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transport team for their support this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Cityride bike share: September 2026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 Cityride Operations for the city's transport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Gas Works, in Central, recorded 4,775 trips in September.</a:t>
            </a:r>
          </a:p>
          <a:p>
            <a:r>
              <a:t>Science Park recorded 5,750 trips in September.</a:t>
            </a:r>
          </a:p>
          <a:p>
            <a:r>
              <a:t>Abbey Road has 12 docks and averaged 9-minute trips.</a:t>
            </a:r>
          </a:p>
          <a:p>
            <a:r>
              <a:t>Albert Dock is in the Old Town district.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 Station, in the University Quarter, averaged 27-minute trips.</a:t>
            </a:r>
          </a:p>
          <a:p>
            <a:r>
              <a:t>Wool Hall has 32 docks.</a:t>
            </a:r>
          </a:p>
          <a:p>
            <a:r>
              <a:t>Trips from Canal Basin averaged 25.5 minutes.</a:t>
            </a:r>
          </a:p>
          <a:p>
            <a:r>
              <a:t>Ferry Terminal, in Old Town, has 22 docks.</a:t>
            </a:r>
          </a:p>
          <a:p>
            <a:r>
              <a:t>Town Hall station sits in the Central district.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Fleet and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E-bikes made up 35 per cent of the fleet in September.</a:t>
            </a:r>
          </a:p>
          <a:p>
            <a:r>
              <a:t>Bikes were available at 92 per cent of stations at peak times.</a:t>
            </a:r>
          </a:p>
          <a:p>
            <a:r>
              <a:t>We added 1,200 annual members in September.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Looking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Twelve new stations will open in the Docklands next spring.</a:t>
            </a:r>
          </a:p>
          <a:p>
            <a:r>
              <a:t>Vandalism cost the scheme £14,000 in September.</a:t>
            </a:r>
          </a:p>
          <a:p>
            <a:r>
              <a:t>The Hospital station is used mostly by night-shift staff.</a:t>
            </a:r>
          </a:p>
          <a:p>
            <a:r>
              <a:t>Weekend trips were 40 per cent longer than weekday trips.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2026-09-01T09:00:00Z</dcterms:created>
  <dcterms:modified xsi:type="dcterms:W3CDTF">2026-09-01T09:00:00Z</dcterms:modified>
  <cp:category/>
  <cp:lastPrinted>2026-09-01T09:00:00Z</cp:lastPrinted>
</cp:coreProperties>
</file>
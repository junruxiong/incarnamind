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Investors increasingly ask which framework the report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ESG reporting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Briefing for the sustainability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ESG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Environmental: emissions, energy, water, waste</a:t>
            </a:r>
          </a:p>
          <a:p>
            <a:r>
              <a:rPr sz="2200"/>
              <a:t>Social: employees, human rights, communities, customers</a:t>
            </a:r>
          </a:p>
          <a:p>
            <a:r>
              <a:rPr sz="2200"/>
              <a:t>Governance: board structure, executive pay, ethics, risk oversight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Frameworks and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GRI Standards</a:t>
            </a:r>
          </a:p>
          <a:p>
            <a:r>
              <a:rPr sz="2200"/>
              <a:t>SASB standards, now maintained by the ISSB</a:t>
            </a:r>
          </a:p>
          <a:p>
            <a:r>
              <a:rPr sz="2200"/>
              <a:t>TCFD recommendations for climate-related financial disclosure</a:t>
            </a:r>
          </a:p>
          <a:p>
            <a:r>
              <a:rPr sz="2200"/>
              <a:t>IFRS S1 and S2 sustainability disclosure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Financial materiality: issues that affect enterprise value</a:t>
            </a:r>
          </a:p>
          <a:p>
            <a:r>
              <a:rPr sz="2200"/>
              <a:t>Double materiality also asks how the company affects people and the planet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Climate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Scope 1: direct emissions</a:t>
            </a:r>
          </a:p>
          <a:p>
            <a:r>
              <a:rPr sz="2200"/>
              <a:t>Scope 2: purchased electricity and heat</a:t>
            </a:r>
          </a:p>
          <a:p>
            <a:r>
              <a:rPr sz="2200"/>
              <a:t>Scope 3: the rest of the value chain</a:t>
            </a:r>
          </a:p>
          <a:p>
            <a:r>
              <a:rPr sz="2200"/>
              <a:t>Net-zero targets and transition plans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Greenwashing: claims without evidence</a:t>
            </a:r>
          </a:p>
          <a:p>
            <a:r>
              <a:rPr sz="2200"/>
              <a:t>Data that isn't comparable from year to year</a:t>
            </a:r>
          </a:p>
          <a:p>
            <a:r>
              <a:rPr sz="2200"/>
              <a:t>No assurance by a third party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Collect data from the business units</a:t>
            </a:r>
          </a:p>
          <a:p>
            <a:r>
              <a:rPr sz="2200"/>
              <a:t>Draft the report</a:t>
            </a:r>
          </a:p>
          <a:p>
            <a:r>
              <a:rPr sz="2200"/>
              <a:t>Board review and approval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ESG reporting basics</dc:title>
  <dc:subject/>
  <dc:creator>IncarnaMind grouping check</dc:creator>
  <cp:keywords/>
  <dc:description>generated using python-pptx</dc:description>
  <cp:lastModifiedBy>IncarnaMind grouping check</cp:lastModifiedBy>
  <cp:revision>1</cp:revision>
  <dcterms:created xsi:type="dcterms:W3CDTF">2026-10-07T09:00:00Z</dcterms:created>
  <dcterms:modified xsi:type="dcterms:W3CDTF">2026-10-07T09:00:00Z</dcterms:modified>
  <cp:category/>
</cp:coreProperties>
</file>
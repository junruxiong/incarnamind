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new staff to the latest SDG Report for their region.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Sustainable Development Goals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Overview for new staff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they 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17 goals adopted by all UN Member States in 2015</a:t>
            </a:r>
          </a:p>
          <a:p>
            <a:r>
              <a:rPr sz="2200"/>
              <a:t>The core of the 2030 Agenda for Sustainable Development</a:t>
            </a:r>
          </a:p>
          <a:p>
            <a:r>
              <a:rPr sz="2200"/>
              <a:t>169 targets, tracked with a global indicator framework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Goals 1–6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No poverty; Zero hunger</a:t>
            </a:r>
          </a:p>
          <a:p>
            <a:r>
              <a:rPr sz="2200"/>
              <a:t>Good health and well-being; Quality education</a:t>
            </a:r>
          </a:p>
          <a:p>
            <a:r>
              <a:rPr sz="2200"/>
              <a:t>Gender equality; Clean water and sanitation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Goals 7–12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Affordable and clean energy; Decent work and economic growth</a:t>
            </a:r>
          </a:p>
          <a:p>
            <a:r>
              <a:rPr sz="2200"/>
              <a:t>Industry, innovation and infrastructure; Reduced inequalities</a:t>
            </a:r>
          </a:p>
          <a:p>
            <a:r>
              <a:rPr sz="2200"/>
              <a:t>Sustainable cities and communities; Responsible consumption and production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Goals 13–17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Climate action; Life below water; Life on land</a:t>
            </a:r>
          </a:p>
          <a:p>
            <a:r>
              <a:rPr sz="2200"/>
              <a:t>Peace, justice and strong institutions</a:t>
            </a:r>
          </a:p>
          <a:p>
            <a:r>
              <a:rPr sz="2200"/>
              <a:t>Partnerships for the goals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Measuring progress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The UN Statistical Commission maintains the indicator framework</a:t>
            </a:r>
          </a:p>
          <a:p>
            <a:r>
              <a:rPr sz="2200"/>
              <a:t>The UN publishes a Sustainable Development Goals Report every year</a:t>
            </a:r>
          </a:p>
          <a:p>
            <a:r>
              <a:rPr sz="2200"/>
              <a:t>Countries present voluntary national reviews at the High-level Political Forum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we stand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At the midpoint in 2023, many targets were off track</a:t>
            </a:r>
          </a:p>
          <a:p>
            <a:r>
              <a:rPr sz="2200"/>
              <a:t>COVID-19, conflict and climate change slowed progress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Sustainable Development Goals</dc:title>
  <dc:subject/>
  <dc:creator>IncarnaMind grouping check</dc:creator>
  <cp:keywords/>
  <dc:description>generated using python-pptx</dc:description>
  <cp:lastModifiedBy>IncarnaMind grouping check</cp:lastModifiedBy>
  <cp:revision>1</cp:revision>
  <dcterms:created xsi:type="dcterms:W3CDTF">2026-10-07T09:00:00Z</dcterms:created>
  <dcterms:modified xsi:type="dcterms:W3CDTF">2026-10-07T09:00:00Z</dcterms:modified>
  <cp:category/>
</cp:coreProperties>
</file>
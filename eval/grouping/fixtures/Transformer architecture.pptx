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the limits of RNN encoder-decoders used for machine translation.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group why one large head isn't as good as several small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week: BERT and GPT, both built from Transformer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Transformer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Reading group,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attention?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Recurrent networks read tokens one at a time, which is hard to parallelise</a:t>
            </a:r>
          </a:p>
          <a:p>
            <a:r>
              <a:rPr sz="2200"/>
              <a:t>Dependencies between distant positions fade over long sequences</a:t>
            </a:r>
          </a:p>
          <a:p>
            <a:r>
              <a:rPr sz="2200"/>
              <a:t>Attention relates every position to every other position in one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Scaled dot-product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Queries, keys and values are linear projections of the input</a:t>
            </a:r>
          </a:p>
          <a:p>
            <a:r>
              <a:rPr sz="2200"/>
              <a:t>Weights = softmax(Q·Kᵀ / √d_k), applied to the values</a:t>
            </a:r>
          </a:p>
          <a:p>
            <a:r>
              <a:rPr sz="2200"/>
              <a:t>Scaling by √d_k keeps the softmax away from regions with tiny gradients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Multi-head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h heads attend to different representation subspaces in parallel</a:t>
            </a:r>
          </a:p>
          <a:p>
            <a:r>
              <a:rPr sz="2200"/>
              <a:t>Base model: 8 heads, d_model = 512, d_k = d_v = 64</a:t>
            </a:r>
          </a:p>
          <a:p>
            <a:r>
              <a:rPr sz="2200"/>
              <a:t>Head outputs are concatenated and projected again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Encoder and decoder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6 identical layers in each stack</a:t>
            </a:r>
          </a:p>
          <a:p>
            <a:r>
              <a:rPr sz="2200"/>
              <a:t>Each layer: self-attention, then a position-wise feed-forward network</a:t>
            </a:r>
          </a:p>
          <a:p>
            <a:r>
              <a:rPr sz="2200"/>
              <a:t>Residual connections and layer normalisation around each sub-layer</a:t>
            </a:r>
          </a:p>
          <a:p>
            <a:r>
              <a:rPr sz="2200"/>
              <a:t>The decoder masks future positions so predictions depend only on the past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No recurrence and no convolution, so token order must be added</a:t>
            </a:r>
          </a:p>
          <a:p>
            <a:r>
              <a:rPr sz="2200"/>
              <a:t>Sine and cosine functions of different frequencies are added to the embeddings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WMT 2014 English–German: 28.4 BLEU</a:t>
            </a:r>
          </a:p>
          <a:p>
            <a:r>
              <a:rPr sz="2200"/>
              <a:t>WMT 2014 English–French: 41.8 BLEU</a:t>
            </a:r>
          </a:p>
          <a:p>
            <a:r>
              <a:rPr sz="2200"/>
              <a:t>Big model trained in 3.5 days on 8 GPUs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Transformer architecture</dc:title>
  <dc:subject/>
  <dc:creator>IncarnaMind grouping check</dc:creator>
  <cp:keywords/>
  <dc:description>generated using python-pptx</dc:description>
  <cp:lastModifiedBy>IncarnaMind grouping check</cp:lastModifiedBy>
  <cp:revision>1</cp:revision>
  <dcterms:created xsi:type="dcterms:W3CDTF">2026-10-07T09:00:00Z</dcterms:created>
  <dcterms:modified xsi:type="dcterms:W3CDTF">2026-10-07T09:00:00Z</dcterms:modified>
  <cp:category/>
</cp:coreProperties>
</file>
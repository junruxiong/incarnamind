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可以用纸层析法分离叶绿体中的色素。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光合作用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高中生物 · 第五章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什么是光合作用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绿色植物利用光能，把二氧化碳和水转化成储存能量的有机物，并释放氧气</a:t>
            </a:r>
          </a:p>
          <a:p>
            <a:r>
              <a:rPr sz="2200"/>
              <a:t>总反应式：6CO₂ + 6H₂O → C₆H₁₂O₆ + 6O₂（条件：光、叶绿体）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场所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叶绿体</a:t>
            </a:r>
          </a:p>
          <a:p>
            <a:r>
              <a:rPr sz="2200"/>
              <a:t>类囊体薄膜上的色素吸收光能</a:t>
            </a:r>
          </a:p>
          <a:p>
            <a:r>
              <a:rPr sz="2200"/>
              <a:t>叶绿素主要吸收红光和蓝紫光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光反应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在类囊体薄膜上进行</a:t>
            </a:r>
          </a:p>
          <a:p>
            <a:r>
              <a:rPr sz="2200"/>
              <a:t>水的光解，释放氧气</a:t>
            </a:r>
          </a:p>
          <a:p>
            <a:r>
              <a:rPr sz="2200"/>
              <a:t>生成 ATP 和 NADPH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暗反应（卡尔文循环）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在叶绿体基质中进行</a:t>
            </a:r>
          </a:p>
          <a:p>
            <a:r>
              <a:rPr sz="2200"/>
              <a:t>二氧化碳的固定</a:t>
            </a:r>
          </a:p>
          <a:p>
            <a:r>
              <a:rPr sz="2200"/>
              <a:t>三碳化合物被还原，生成糖类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影响光合作用的因素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光照强度</a:t>
            </a:r>
          </a:p>
          <a:p>
            <a:r>
              <a:rPr sz="2200"/>
              <a:t>二氧化碳浓度</a:t>
            </a:r>
          </a:p>
          <a:p>
            <a:r>
              <a:rPr sz="2200"/>
              <a:t>温度</a:t>
            </a:r>
          </a:p>
          <a:p>
            <a:r>
              <a:rPr sz="2200"/>
              <a:t>水和矿质元素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课后思考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为什么温室种植时要适当增加二氧化碳浓度？</a:t>
            </a:r>
          </a:p>
          <a:p>
            <a:r>
              <a:rPr sz="2200"/>
              <a:t>阴天时，农作物的光合速率会怎样变化？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</dc:title>
  <dc:subject/>
  <dc:creator>IncarnaMind grouping check</dc:creator>
  <cp:keywords/>
  <dc:description>generated using python-pptx</dc:description>
  <cp:lastModifiedBy>IncarnaMind grouping check</cp:lastModifiedBy>
  <cp:revision>1</cp:revision>
  <dcterms:created xsi:type="dcterms:W3CDTF">2026-10-07T09:00:00Z</dcterms:created>
  <dcterms:modified xsi:type="dcterms:W3CDTF">2026-10-07T09:00:00Z</dcterms:modified>
  <cp:category/>
</cp:coreProperties>
</file>
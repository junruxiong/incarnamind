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先用一元函数画图说明“下山”的直觉。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梯度下降法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机器学习基础 · 第二讲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沿着目标函数的负梯度方向迭代更新参数</a:t>
            </a:r>
          </a:p>
          <a:p>
            <a:r>
              <a:rPr sz="2200"/>
              <a:t>x(k+1) = x(k) − η·∇f(x(k))</a:t>
            </a:r>
          </a:p>
          <a:p>
            <a:r>
              <a:rPr sz="2200"/>
              <a:t>η 称为学习率（步长）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学习率的选择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太大：发散或振荡</a:t>
            </a:r>
          </a:p>
          <a:p>
            <a:r>
              <a:rPr sz="2200"/>
              <a:t>太小：收敛很慢</a:t>
            </a:r>
          </a:p>
          <a:p>
            <a:r>
              <a:rPr sz="2200"/>
              <a:t>常用学习率衰减或线搜索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常见变体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批量梯度下降</a:t>
            </a:r>
          </a:p>
          <a:p>
            <a:r>
              <a:rPr sz="2200"/>
              <a:t>随机梯度下降（SGD）</a:t>
            </a:r>
          </a:p>
          <a:p>
            <a:r>
              <a:rPr sz="2200"/>
              <a:t>小批量梯度下降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动量与自适应方法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动量法（Momentum）</a:t>
            </a:r>
          </a:p>
          <a:p>
            <a:r>
              <a:rPr sz="2200"/>
              <a:t>AdaGrad、RMSProp</a:t>
            </a:r>
          </a:p>
          <a:p>
            <a:r>
              <a:rPr sz="2200"/>
              <a:t>Adam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收敛性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凸函数且梯度利普希茨连续时，可收敛到全局最小值</a:t>
            </a:r>
          </a:p>
          <a:p>
            <a:r>
              <a:rPr sz="2200"/>
              <a:t>非凸问题可能停在局部极小值或鞍点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用梯度下降法求 f(x) = x² − 4x + 4 的最小值</a:t>
            </a:r>
          </a:p>
          <a:p>
            <a:r>
              <a:rPr sz="2200"/>
              <a:t>取 η = 0.1，初始值 x = 0，写出前三步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梯度下降法</dc:title>
  <dc:subject/>
  <dc:creator>IncarnaMind grouping check</dc:creator>
  <cp:keywords/>
  <dc:description>generated using python-pptx</dc:description>
  <cp:lastModifiedBy>IncarnaMind grouping check</cp:lastModifiedBy>
  <cp:revision>1</cp:revision>
  <dcterms:created xsi:type="dcterms:W3CDTF">2026-10-07T09:00:00Z</dcterms:created>
  <dcterms:modified xsi:type="dcterms:W3CDTF">2026-10-07T09:00:00Z</dcterms:modified>
  <cp:category/>
</cp:coreProperties>
</file>
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1"/>
    <p:sldId id="260" r:id="rId12"/>
    <p:sldId id="261" r:id="rId13"/>
    <p:sldId id="262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萎凋的时间和温度决定了白茶的香气。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下次课：普洱茶的后发酵。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茶叶加工流程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从鲜叶到成品茶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采摘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/>
              <a:t>采摘茶树（Camellia sinensis）的嫩芽和嫩叶</a:t>
            </a:r>
          </a:p>
          <a:p>
            <a:r>
              <a:rPr sz="2200"/>
              <a:t>常见标准：一芽一叶、一芽二叶</a:t>
            </a:r>
          </a:p>
          <a:p>
            <a:r>
              <a:rPr sz="2200"/>
              <a:t>春茶的品质通常最好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萎凋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/>
              <a:t>鲜叶摊放，失去部分水分</a:t>
            </a:r>
          </a:p>
          <a:p>
            <a:r>
              <a:rPr sz="2200"/>
              <a:t>叶片变软，便于揉捻</a:t>
            </a:r>
          </a:p>
          <a:p>
            <a:r>
              <a:rPr sz="2200"/>
              <a:t>白茶以萎凋和干燥为主要工序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杀青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/>
              <a:t>用高温破坏酶的活性，阻止氧化</a:t>
            </a:r>
          </a:p>
          <a:p>
            <a:r>
              <a:rPr sz="2200"/>
              <a:t>绿茶的关键工序</a:t>
            </a:r>
          </a:p>
          <a:p>
            <a:r>
              <a:rPr sz="2200"/>
              <a:t>炒青、蒸青、烘青、晒青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揉捻与氧化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/>
              <a:t>揉捻使叶细胞破裂、茶汁外溢</a:t>
            </a:r>
          </a:p>
          <a:p>
            <a:r>
              <a:rPr sz="2200"/>
              <a:t>红茶经过充分氧化（俗称发酵）</a:t>
            </a:r>
          </a:p>
          <a:p>
            <a:r>
              <a:rPr sz="2200"/>
              <a:t>乌龙茶为部分氧化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干燥与储存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/>
              <a:t>烘干或晒干，含水量降到约5%</a:t>
            </a:r>
          </a:p>
          <a:p>
            <a:r>
              <a:rPr sz="2200"/>
              <a:t>避光、防潮、密封保存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六大茶类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/>
              <a:t>绿茶、白茶、黄茶</a:t>
            </a:r>
          </a:p>
          <a:p>
            <a:r>
              <a:rPr sz="2200"/>
              <a:t>青茶（乌龙茶）、红茶、黑茶</a:t>
            </a:r>
          </a:p>
          <a:p>
            <a:r>
              <a:rPr sz="2200"/>
              <a:t>区别主要在于加工中氧化的程度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茶叶加工流程</dc:title>
  <dc:subject/>
  <dc:creator>IncarnaMind grouping check</dc:creator>
  <cp:keywords/>
  <dc:description>generated using python-pptx</dc:description>
  <cp:lastModifiedBy>IncarnaMind grouping check</cp:lastModifiedBy>
  <cp:revision>1</cp:revision>
  <dcterms:created xsi:type="dcterms:W3CDTF">2026-10-07T09:00:00Z</dcterms:created>
  <dcterms:modified xsi:type="dcterms:W3CDTF">2026-10-07T09:00:00Z</dcterms:modified>
  <cp:category/>
</cp:coreProperties>
</file>
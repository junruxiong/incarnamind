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New subscribers per month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New subscribers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820</c:v>
                </c:pt>
                <c:pt idx="1">
                  <c:v>1140</c:v>
                </c:pt>
                <c:pt idx="2">
                  <c:v>1560</c:v>
                </c:pt>
                <c:pt idx="3">
                  <c:v>1710</c:v>
                </c:pt>
                <c:pt idx="4">
                  <c:v>1930</c:v>
                </c:pt>
                <c:pt idx="5">
                  <c:v>2260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Subscribers by region (%)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subscribers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Midlands</c:v>
                </c:pt>
                <c:pt idx="2">
                  <c:v>South</c:v>
                </c:pt>
                <c:pt idx="3">
                  <c:v>Scotland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22</c:v>
                </c:pt>
                <c:pt idx="2">
                  <c:v>31</c:v>
                </c:pt>
                <c:pt idx="3">
                  <c:v>13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operations team before starting.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asked: the Leeds roastery starts shipping on 3 November, which halves delivery times in the north.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survey had 1,214 responses, a response rate of 13 per 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Office tier is sold mainly through two coworking chains.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courier contract comes up for renewal in February; two other couriers have quoted.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jump in September follows the podcast sponsorship that started on 28 August.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Scotland is served from the Glasgow depot, which opened in July.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trialling a second supplier, from Peru, from December.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board asked for a cash-flow forecast before it approves the decaf 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Coffee Subscription Launch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Harbour Roasters · Board update,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Paid subscribers reached 9,420 by the end of September.</a:t>
            </a:r>
          </a:p>
          <a:p>
            <a:r>
              <a:t>Average order value rose to £14.80 per delivery.</a:t>
            </a:r>
          </a:p>
          <a:p>
            <a:r>
              <a:t>Cancellations in the first month stayed below 6 per cent.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customers told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 promoter score was 52 in the September survey.</a:t>
            </a:r>
          </a:p>
          <a:p>
            <a:r>
              <a:t>Freshness was the most praised feature, named in one comment in three.</a:t>
            </a:r>
          </a:p>
          <a:p>
            <a:r>
              <a:t>Most complaints were about boxes too big for a letterbox.</a:t>
            </a:r>
          </a:p>
          <a:p>
            <a:r>
              <a:t>Requests for a decaf blend came from 8 per cent of respondents.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Plans by tier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Bags per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Subscribers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Explorer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£12.50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4,180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£22.00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3,960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Office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£58.00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1,280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Beans are roasted no more than 48 hours before dispatch.</a:t>
            </a:r>
          </a:p>
          <a:p>
            <a:r>
              <a:t>Courier costs average £2.35 per parcel, down from £2.90 at launch.</a:t>
            </a:r>
          </a:p>
          <a:p>
            <a:r>
              <a:t>Two roasting shifts run on weekdays at the Bristol roastery.</a:t>
            </a:r>
          </a:p>
          <a:p>
            <a:r>
              <a:t>Late deliveries fell to 2.1 per cent of parcels in September.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since launch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463040"/>
          <a:ext cx="76809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podcast sponsorship cost £18,000 for eight weeks.</a:t>
            </a:r>
          </a:p>
          <a:p>
            <a:r>
              <a:t>Referral codes brought in 1,310 subscribers since launch.</a:t>
            </a:r>
          </a:p>
          <a:p>
            <a:r>
              <a:t>Paid social adverts were paused in August after costs per sign-up doubled.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subscribers live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463040"/>
          <a:ext cx="76809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Green coffee prices have risen 22 per cent since March.</a:t>
            </a:r>
          </a:p>
          <a:p>
            <a:r>
              <a:t>One cooperative in Colombia supplies 40 per cent of our beans.</a:t>
            </a:r>
          </a:p>
          <a:p>
            <a:r>
              <a:t>Card payment failures cost about 3 per cent of renewals each month.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a decaf tier in November.</a:t>
            </a:r>
          </a:p>
          <a:p>
            <a:r>
              <a:t>Reach 12,000 paid subscribers by the end of December.</a:t>
            </a:r>
          </a:p>
          <a:p>
            <a:r>
              <a:t>Open gift subscriptions before Black Friday.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2026-09-01T09:00:00Z</dcterms:created>
  <dcterms:modified xsi:type="dcterms:W3CDTF">2026-09-01T09:00:00Z</dcterms:modified>
  <cp:category/>
  <cp:lastPrinted>2026-09-01T09:00:00Z</cp:lastPrinted>
</cp:coreProperties>
</file>
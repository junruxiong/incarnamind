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各月充电量（万千瓦时）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充电量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126</c:v>
                </c:pt>
                <c:pt idx="2">
                  <c:v>121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支付方式占比（%）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手机扫码</c:v>
                </c:pt>
                <c:pt idx="1">
                  <c:v>公交卡</c:v>
                </c:pt>
                <c:pt idx="2">
                  <c:v>现金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29</c:v>
                </c:pt>
                <c:pt idx="2">
                  <c:v>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开场先感谢各车队的配合。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如被问到：第二座充电站将于2027年1月投入使用，位于北站枢纽。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本次调查共回收问卷3,420份。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26路下月起延伸到高铁西站。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电池质保期为8年或60万公里，以先到者为准。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8月用电高峰时段夜间充电比例达到78%。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现金支付比例比去年下降了5个百分点。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N3路预计12月1日开通，运营时间为晚上10点至次日凌晨5点。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新能源公交季度运营汇报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江城公交集团 · 2026年第三季度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本季度要点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纯电动公交车占比达到87%。</a:t>
            </a:r>
          </a:p>
          <a:p>
            <a:r>
              <a:t>百公里平均电耗为62.4千瓦时。</a:t>
            </a:r>
          </a:p>
          <a:p>
            <a:r>
              <a:t>准点率提升至93.5%。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乘客满意度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乘客满意度调查得分为86.7分。</a:t>
            </a:r>
          </a:p>
          <a:p>
            <a:r>
              <a:t>投诉最多的是早晚高峰车厢拥挤。</a:t>
            </a:r>
          </a:p>
          <a:p>
            <a:r>
              <a:t>本季度新增低地板无障碍车辆15辆。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各线路情况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线路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车辆数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日均客流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准点率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18,600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95.2%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26路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93.0%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车辆维护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动力电池平均健康度为91%。</a:t>
            </a:r>
          </a:p>
          <a:p>
            <a:r>
              <a:t>本季度更换电池组6套，均在质保期内。</a:t>
            </a:r>
          </a:p>
          <a:p>
            <a:r>
              <a:t>故障车辆平均停运时间缩短至1.8天。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充电量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乘客支付方式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76809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安全运营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本季度未发生一般及以上等级的责任事故。</a:t>
            </a:r>
          </a:p>
          <a:p>
            <a:r>
              <a:t>驾驶员疲劳监测系统已覆盖全部车辆。</a:t>
            </a:r>
          </a:p>
          <a:p>
            <a:r>
              <a:t>夜间末班车增加安全员随车，覆盖12条线路。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开通夜班线路N3。</a:t>
            </a:r>
          </a:p>
          <a:p>
            <a:r>
              <a:t>完成剩余13%燃油公交车的替换招标。</a:t>
            </a:r>
          </a:p>
          <a:p>
            <a:r>
              <a:t>在高新区试点自动驾驶接驳线路。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2026-09-01T09:00:00Z</dcterms:created>
  <dcterms:modified xsi:type="dcterms:W3CDTF">2026-09-01T09:00:00Z</dcterms:modified>
  <cp:category/>
  <cp:lastPrinted>2026-09-01T09:00:00Z</cp:lastPrinted>
</cp:coreProperties>
</file>
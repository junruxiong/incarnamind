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(£m)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Q4 25</c:v>
                  </c:pt>
                  <c:pt idx="1">
                    <c:v>Q1 26</c:v>
                  </c:pt>
                  <c:pt idx="2">
                    <c:v>Q2 26</c:v>
                  </c:pt>
                  <c:pt idx="3">
                    <c:v>Q3 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</c:v>
                </c:pt>
                <c:pt idx="1">
                  <c:v>3.4</c:v>
                </c:pt>
                <c:pt idx="2">
                  <c:v>3.9</c:v>
                </c:pt>
                <c:pt idx="3">
                  <c:v>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everyone; this deck summarises the third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churn is the headline: it was 6.8 per cent a year 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red bar: that is the west.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negotiation stage is small but closes at 70 per 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budget approval before the December board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Quarterly Research Update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Q3 2026 · Analytics team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Customer churn fell to 4.2 per cent after the onboarding redesign.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Support tickets per customer dropped by a third.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334155"/>
                </a:solidFill>
              </a:rPr>
              <a:t>Net revenue retention reached 112 per cent.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</a:rPr>
              <a:t>Regional growth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38912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12080" y="14630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155"/>
                </a:solidFill>
              </a:rPr>
              <a:t>The western region grew fastest, at 18 per cent year on year.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</a:rPr>
              <a:t>Pipeline by stage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Stage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Deals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</a:rPr>
                        <a:t>Value (£k)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Qualified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42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1,260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Proposal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830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Negotiation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410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</a:rPr>
              <a:t>Revenue by quarter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852160" y="16459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Next steps: expand the pilot to three more cities.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Research Update</dc:title>
  <dc:subject>PptxGenJS Presentation</dc:subject>
  <dc:creator>PptxGenJS</dc:creator>
  <cp:lastModifiedBy>PptxGenJS</cp:lastModifiedBy>
  <cp:revision>1</cp:revision>
  <dcterms:created xsi:type="dcterms:W3CDTF">2026-10-07T16:05:26Z</dcterms:created>
  <dcterms:modified xsi:type="dcterms:W3CDTF">2026-10-07T16:05:26Z</dcterms:modified>
</cp:coreProperties>
</file>
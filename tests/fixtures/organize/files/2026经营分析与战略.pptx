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 年经营分析与 2026 年战略规划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战略发展部　2026 年 1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 年经营回顾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营业收入 8.6 亿元，同比增长 11%</a:t>
            </a:r>
          </a:p>
          <a:p>
            <a:pPr/>
            <a:r>
              <a:t>净利润 6,200 万元，同比增长 4%</a:t>
            </a:r>
          </a:p>
          <a:p>
            <a:pPr/>
            <a:r>
              <a:t>新产品收入占比由 18% 提升至 26%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行业整体增速放缓至 6%</a:t>
            </a:r>
          </a:p>
          <a:p>
            <a:pPr/>
            <a:r>
              <a:t>价格竞争加剧，头部企业降价 5%～8%</a:t>
            </a:r>
          </a:p>
          <a:p>
            <a:pPr/>
            <a:r>
              <a:t>海外市场需求旺盛，东南亚增长 30% 以上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竞争对手对比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本公司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竞争对手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竞争对手 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市场份额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研发投入占比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年战略重点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巩固国内中高端市场</a:t>
            </a:r>
          </a:p>
          <a:p>
            <a:pPr/>
            <a:r>
              <a:t>加快东南亚渠道建设</a:t>
            </a:r>
          </a:p>
          <a:p>
            <a:pPr/>
            <a:r>
              <a:t>推进数字化供应链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关键举措与资源需求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新增海外销售团队 15 人</a:t>
            </a:r>
          </a:p>
          <a:p>
            <a:pPr/>
            <a:r>
              <a:t>投资 3,000 万元建设智能仓</a:t>
            </a:r>
          </a:p>
          <a:p>
            <a:pPr/>
            <a:r>
              <a:t>年度研发投入不低于收入的 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
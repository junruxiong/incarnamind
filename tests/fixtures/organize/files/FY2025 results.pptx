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FY2025 Annual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Alder Systems Ltd · Results presentation to shareholders · 26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Income statement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FY2024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FY2025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41.2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47.9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+16%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28.0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33.4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+19%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Operating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+33%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Profit after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+28%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Gross margin 69.7% (FY2024: 68.0%)</a:t>
            </a:r>
          </a:p>
          <a:p>
            <a:pPr/>
            <a:r>
              <a:t>Operating margin 14.2% (FY2024: 12.4%)</a:t>
            </a:r>
          </a:p>
          <a:p>
            <a:pPr/>
            <a:r>
              <a:t>Operating expenses grew 13%, slower than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Operating cash flow 8.3 m</a:t>
            </a:r>
          </a:p>
          <a:p>
            <a:pPr/>
            <a:r>
              <a:t>Capital expenditure 2.1 m</a:t>
            </a:r>
          </a:p>
          <a:p>
            <a:pPr/>
            <a:r>
              <a:t>Free cash flow 6.2 m, conversion 124% of profit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Net cash 14.6 m, no debt</a:t>
            </a:r>
          </a:p>
          <a:p>
            <a:pPr/>
            <a:r>
              <a:t>Deferred revenue up 22% to 12.4 m</a:t>
            </a:r>
          </a:p>
          <a:p>
            <a:pPr/>
            <a:r>
              <a:t>Final dividend of 4.0p per share proposed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 for FY2026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Revenue growth guidance 12–15%</a:t>
            </a:r>
          </a:p>
          <a:p>
            <a:pPr/>
            <a:r>
              <a:t>Continued investment in the analytics product line</a:t>
            </a:r>
          </a:p>
          <a:p>
            <a:pPr/>
            <a:r>
              <a:t>Operating margin expected to remain above 14%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
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Harbor —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Replacing the field-service scheduling tool · 6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are doing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Technicians lose ~40 minutes a day to manual rescheduling</a:t>
            </a:r>
          </a:p>
          <a:p>
            <a:pPr/>
            <a:r>
              <a:t>Current tool is out of vendor support from December</a:t>
            </a:r>
          </a:p>
          <a:p>
            <a:pPr/>
            <a:r>
              <a:t>Customers want two-hour arrival windows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Automated scheduling for 220 technicians</a:t>
            </a:r>
          </a:p>
          <a:p>
            <a:pPr/>
            <a:r>
              <a:t>Customer self-service rebooking</a:t>
            </a:r>
          </a:p>
          <a:p>
            <a:pPr/>
            <a:r>
              <a:t>Go live before the winter peak (1 November)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In: scheduling, route optimisation, customer notifications</a:t>
            </a:r>
          </a:p>
          <a:p>
            <a:pPr/>
            <a:r>
              <a:t>Out: invoicing, stock management (phase 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Sponsor: Head of Field Operations</a:t>
            </a:r>
          </a:p>
          <a:p>
            <a:pPr/>
            <a:r>
              <a:t>Product owner: Sofia Lindqvist</a:t>
            </a:r>
          </a:p>
          <a:p>
            <a:pPr/>
            <a:r>
              <a:t>Delivery lead: Tom Weller</a:t>
            </a:r>
          </a:p>
          <a:p>
            <a:pPr/>
            <a:r>
              <a:t>Vendor implementation team: 4 consultants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May–June: requirements and configuration</a:t>
            </a:r>
          </a:p>
          <a:p>
            <a:pPr/>
            <a:r>
              <a:t>July–August: integration and testing</a:t>
            </a:r>
          </a:p>
          <a:p>
            <a:pPr/>
            <a:r>
              <a:t>September: pilot with the North region</a:t>
            </a:r>
          </a:p>
          <a:p>
            <a:pPr/>
            <a:r>
              <a:t>October: roll-out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Ways of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Two-week sprints, demo every second Friday</a:t>
            </a:r>
          </a:p>
          <a:p>
            <a:pPr/>
            <a:r>
              <a:t>Decisions logged in the project wiki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Confirm workshop dates</a:t>
            </a:r>
          </a:p>
          <a:p>
            <a:pPr/>
            <a:r>
              <a:t>Share current-state process maps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
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Renewals miss is two accounts slipping into July, both verbally committed.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Q2 2026 · Customer Success &amp; Sales · Harbor &amp; Pine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Highlights</a:t>
            </a:r>
          </a:p>
          <a:p>
            <a:pPr/>
            <a:r>
              <a:t>Revenue vs target</a:t>
            </a:r>
          </a:p>
          <a:p>
            <a:pPr/>
            <a:r>
              <a:t>Customer health</a:t>
            </a:r>
          </a:p>
          <a:p>
            <a:pPr/>
            <a:r>
              <a:t>Pipeline</a:t>
            </a:r>
          </a:p>
          <a:p>
            <a:pPr/>
            <a:r>
              <a:t>Risks</a:t>
            </a:r>
          </a:p>
          <a:p>
            <a:pPr/>
            <a:r>
              <a:t>Q3 priorities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Signed 14 new logos, including two enterprise accounts</a:t>
            </a:r>
          </a:p>
          <a:p>
            <a:pPr/>
            <a:r>
              <a:t>Net revenue retention 112% (target 108%)</a:t>
            </a:r>
          </a:p>
          <a:p>
            <a:pPr/>
            <a:r>
              <a:t>Launched the self-serve dashboard tier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vs target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Variance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New business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1.20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1.34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+12%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Expansion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+8%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Renewals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3.10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Logo churn 2.1% (Q1: 3.4%)</a:t>
            </a:r>
          </a:p>
          <a:p>
            <a:pPr/>
            <a:r>
              <a:t>Support tickets per account down 18%</a:t>
            </a:r>
          </a:p>
          <a:p>
            <a:pPr/>
            <a:r>
              <a:t>Five accounts on the watch list, three improving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Q3 pipeline 4.6 m, coverage 3.1x</a:t>
            </a:r>
          </a:p>
          <a:p>
            <a:pPr/>
            <a:r>
              <a:t>Average deal size up 15%</a:t>
            </a:r>
          </a:p>
          <a:p>
            <a:pPr/>
            <a:r>
              <a:t>Sales cycle steady at 64 days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Price increase may slow renewals in the SMB segment</a:t>
            </a:r>
          </a:p>
          <a:p>
            <a:pPr/>
            <a:r>
              <a:t>One key engineer leaving the integrations team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Close the two delayed renewals</a:t>
            </a:r>
          </a:p>
          <a:p>
            <a:pPr/>
            <a:r>
              <a:t>Hire two account managers</a:t>
            </a:r>
          </a:p>
          <a:p>
            <a:pPr/>
            <a:r>
              <a:t>Release the Salesforce connector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2026-01-15T09:00:00Z</dcterms:created>
  <dcterms:modified xsi:type="dcterms:W3CDTF">2026-01-15T09:00:00Z</dcterms:modified>
  <cp:category/>
  <cp:lastPrinted>2026-01-15T09:00:00Z</cp:lastPrinted>
</cp:coreProperties>
</file>
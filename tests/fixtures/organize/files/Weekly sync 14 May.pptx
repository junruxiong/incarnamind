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Tom thinks Finance uses the export for month-end; Maya to check before we announce.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platform weekly sync — 14 May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Attendees: Maya, Tom, Priya, Benedikt</a:t>
            </a:r>
          </a:p>
          <a:p>
            <a:pPr/>
            <a:r>
              <a:t>Notes taken live in this deck by Priya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Maya: nightly ingestion moved to the new scheduler; two failures, both retried</a:t>
            </a:r>
          </a:p>
          <a:p>
            <a:pPr/>
            <a:r>
              <a:t>Tom: cost dashboard ready for review</a:t>
            </a:r>
          </a:p>
          <a:p>
            <a:pPr/>
            <a:r>
              <a:t>Benedikt: on leave Fri–Mon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Should we drop the legacy CSV export? Two teams still use it</a:t>
            </a:r>
          </a:p>
          <a:p>
            <a:pPr/>
            <a:r>
              <a:t>Agreed to keep it until end of June and warn users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Legacy CSV export retired on 30 June</a:t>
            </a:r>
          </a:p>
          <a:p>
            <a:pPr/>
            <a:r>
              <a:t>Cost dashboard goes to leadership next week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Email CSV export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Maya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17 May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Fix flaky ingestion retry alert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Benedikt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24 May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Present cost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21 May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Parking 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 catalogue tool evaluation</a:t>
            </a:r>
          </a:p>
          <a:p>
            <a:pPr/>
            <a:r>
              <a:t>On-call rota for the summer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2026-01-15T09:00:00Z</dcterms:created>
  <dcterms:modified xsi:type="dcterms:W3CDTF">2026-01-15T09:00:00Z</dcterms:modified>
  <cp:category/>
  <cp:lastPrinted>2026-01-15T09:00:00Z</cp:lastPrinted>
</cp:coreProperties>
</file>
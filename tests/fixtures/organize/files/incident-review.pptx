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review: checkout outage, 4 March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Severity 1 · Platform Engineering · blameless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(all times UTC)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09:12 deploy of payments service v4.18</a:t>
            </a:r>
          </a:p>
          <a:p>
            <a:pPr/>
            <a:r>
              <a:t>09:20 error rate on checkout rises to 38%</a:t>
            </a:r>
          </a:p>
          <a:p>
            <a:pPr/>
            <a:r>
              <a:t>09:31 on-call paged by alert</a:t>
            </a:r>
          </a:p>
          <a:p>
            <a:pPr/>
            <a:r>
              <a:t>09:58 rollback completed; errors return to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46 minutes of degraded checkout</a:t>
            </a:r>
          </a:p>
          <a:p>
            <a:pPr/>
            <a:r>
              <a:t>About 2,300 failed orders, 61% later retried successfully</a:t>
            </a:r>
          </a:p>
          <a:p>
            <a:pPr/>
            <a:r>
              <a:t>Estimated lost revenue: 48,000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configuration flag renamed in v4.18 was not renamed in the production config</a:t>
            </a:r>
          </a:p>
          <a:p>
            <a:pPr/>
            <a:r>
              <a:t>Payments service fell back to a sandbox endpoint</a:t>
            </a:r>
          </a:p>
          <a:p>
            <a:pPr/>
            <a:r>
              <a:t>Canary stage did not exercise card payments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went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Rollback runbook worked first time</a:t>
            </a:r>
          </a:p>
          <a:p>
            <a:pPr/>
            <a:r>
              <a:t>Customer support posted a status update within 15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Validate config keys at 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Payments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 March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 card payment to canary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 March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Alert on sandbox endpoint use in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 March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
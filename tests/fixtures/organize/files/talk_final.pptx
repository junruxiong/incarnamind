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photo of the bleached patch from 2024; ask how many people have done a transect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bias is small and constant, so trends are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Counting Corals from the Air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Drone photogrammetry for reef monitoring · Department seminar · 12 March 2026 · Lena Fischer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Motivation</a:t>
            </a:r>
          </a:p>
          <a:p>
            <a:pPr/>
            <a:r>
              <a:t>Study sites</a:t>
            </a:r>
          </a:p>
          <a:p>
            <a:pPr/>
            <a:r>
              <a:t>Methods</a:t>
            </a:r>
          </a:p>
          <a:p>
            <a:pPr/>
            <a:r>
              <a:t>Results</a:t>
            </a:r>
          </a:p>
          <a:p>
            <a:pPr/>
            <a:r>
              <a:t>Limitations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Live coral cover on monitored reefs fell by a third since 2010</a:t>
            </a:r>
          </a:p>
          <a:p>
            <a:pPr/>
            <a:r>
              <a:t>Diver transects cover &lt; 1% of a reef and take weeks</a:t>
            </a:r>
          </a:p>
          <a:p>
            <a:pPr/>
            <a:r>
              <a:t>Managers need yearly, reef-wide estimates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Six fringing reefs, 0.5–4 m deep at low tide</a:t>
            </a:r>
          </a:p>
          <a:p>
            <a:pPr/>
            <a:r>
              <a:t>Paired diver transects at 40 permanent plots</a:t>
            </a:r>
          </a:p>
          <a:p>
            <a:pPr/>
            <a:r>
              <a:t>Flights within two hours of low water, wind &lt; 10 knots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Consumer drone, 20 MP camera, 80% image overlap</a:t>
            </a:r>
          </a:p>
          <a:p>
            <a:pPr/>
            <a:r>
              <a:t>Structure-from-motion: orthomosaic at 6 mm per pixel</a:t>
            </a:r>
          </a:p>
          <a:p>
            <a:pPr/>
            <a:r>
              <a:t>Segmentation network trained on 3,100 annotated tiles</a:t>
            </a:r>
          </a:p>
          <a:p>
            <a:pPr lvl="1"/>
            <a:r>
              <a:t>Classes: live coral, dead coral, algae, sand, rubble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Drone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Divers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Area surveyed per day (ha)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Live coral cover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Agreement (Lin's CCC)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Glint and turbidity remove 8–15% of each mosaic</a:t>
            </a:r>
          </a:p>
          <a:p>
            <a:pPr/>
            <a:r>
              <a:t>Cannot see under overhangs or identify species</a:t>
            </a:r>
          </a:p>
          <a:p>
            <a:pPr/>
            <a:r>
              <a:t>Requires calm, clear conditions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and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Multispectral camera to separate bleached from healthy coral</a:t>
            </a:r>
          </a:p>
          <a:p>
            <a:pPr/>
            <a:r>
              <a:t>Open dataset release later this year</a:t>
            </a:r>
          </a:p>
          <a:p>
            <a:pPr/>
            <a:r>
              <a:t>Thanks to the field team and the Marine Parks Authority (fictional)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
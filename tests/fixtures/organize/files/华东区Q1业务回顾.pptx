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华东区 2026 年第一季度业务回顾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华东大区　汇报人：陈立明　2026 年 4 月 8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业绩概览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目标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实际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完成率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销售额（万元）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4,530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新签客户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回款（万元）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3,900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3,640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重点客户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签约两家年采购额超千万元的连锁客户</a:t>
            </a:r>
          </a:p>
          <a:p>
            <a:pPr/>
            <a:r>
              <a:t>老客户续约率 91%</a:t>
            </a:r>
          </a:p>
          <a:p>
            <a:pPr/>
            <a:r>
              <a:t>流失客户 4 家，主要原因是价格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存在问题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回款完成率偏低，应收账款增加 820 万元</a:t>
            </a:r>
          </a:p>
          <a:p>
            <a:pPr/>
            <a:r>
              <a:t>苏州办事处人员流动较大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第二季度计划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成立回款专项小组</a:t>
            </a:r>
          </a:p>
          <a:p>
            <a:pPr/>
            <a:r>
              <a:t>拓展浙江县域市场</a:t>
            </a:r>
          </a:p>
          <a:p>
            <a:pPr/>
            <a:r>
              <a:t>完成 6 名新销售的培训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2026-01-15T09:00:00Z</dcterms:created>
  <dcterms:modified xsi:type="dcterms:W3CDTF">2026-01-15T09:00:00Z</dcterms:modified>
  <cp:category/>
  <cp:lastPrinted>2026-01-15T09:00:00Z</cp:lastPrinted>
</cp:coreProperties>
</file>
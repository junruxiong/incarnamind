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这里重点讲异构图的构建，评审上次问过边的截断距离。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基于图神经网络的蛋白质—配体结合亲和力预测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刘思远　计算生物学实验室　第十二届示例计算化学学术会议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药物筛选需要评估数百万个小分子与靶蛋白的结合强度</a:t>
            </a:r>
          </a:p>
          <a:p>
            <a:pPr/>
            <a:r>
              <a:t>分子对接打分函数精度有限，自由能计算成本过高</a:t>
            </a:r>
          </a:p>
          <a:p>
            <a:pPr/>
            <a:r>
              <a:t>深度学习方法有望兼顾精度与速度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相关工作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基于三维卷积网络的方法：对蛋白质构象变化敏感</a:t>
            </a:r>
          </a:p>
          <a:p>
            <a:pPr/>
            <a:r>
              <a:t>基于序列的方法：忽略空间相互作用</a:t>
            </a:r>
          </a:p>
          <a:p>
            <a:pPr/>
            <a:r>
              <a:t>现有图网络方法缺少对氢键和疏水作用的显式建模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以原子为节点、距离小于 5 Å 的原子对为边构建异构图</a:t>
            </a:r>
          </a:p>
          <a:p>
            <a:pPr/>
            <a:r>
              <a:t>边特征编码距离、键类型和相互作用类别</a:t>
            </a:r>
          </a:p>
          <a:p>
            <a:pPr/>
            <a:r>
              <a:t>等变消息传递层 + 注意力池化输出 pKd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皮尔逊相关系数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均方根误差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传统打分函数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1.83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三维卷积网络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本文方法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1.21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消融实验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去掉相互作用类别特征：相关系数下降 0.05</a:t>
            </a:r>
          </a:p>
          <a:p>
            <a:pPr/>
            <a:r>
              <a:t>去掉注意力池化：均方根误差上升 0.09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提出了显式建模相互作用的图神经网络</a:t>
            </a:r>
          </a:p>
          <a:p>
            <a:pPr/>
            <a:r>
              <a:t>下一步：引入蛋白质柔性与不确定性估计</a:t>
            </a:r>
          </a:p>
          <a:p>
            <a:pPr/>
            <a:r>
              <a:t>欢迎交流：liu.siyuan@example.cn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2026-01-15T09:00:00Z</dcterms:created>
  <dcterms:modified xsi:type="dcterms:W3CDTF">2026-01-15T09:00:00Z</dcterms:modified>
  <cp:category/>
  <cp:lastPrinted>2026-01-15T09:00:00Z</cp:lastPrinted>
</cp:coreProperties>
</file>
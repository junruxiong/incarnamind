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站会超时主要是技术细节讨论太多，大家同意细节会后单独聊。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 15 迭代回顾会议记录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 年 3 月 27 日　参会：前端组、后端组、测试组　记录：王晓雨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做得好的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提前两天完成支付模块改造</a:t>
            </a:r>
          </a:p>
          <a:p>
            <a:pPr/>
            <a:r>
              <a:t>代码评审平均响应时间缩短到 4 小时</a:t>
            </a:r>
          </a:p>
          <a:p>
            <a:pPr/>
            <a:r>
              <a:t>测试环境稳定，没有阻塞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待改进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需求在迭代中途变更了两次</a:t>
            </a:r>
          </a:p>
          <a:p>
            <a:pPr/>
            <a:r>
              <a:t>接口文档更新不及时，联调返工</a:t>
            </a:r>
          </a:p>
          <a:p>
            <a:pPr/>
            <a:r>
              <a:t>每日站会经常超时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讨论记录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产品同意迭代中途的变更需要经过负责人确认</a:t>
            </a:r>
          </a:p>
          <a:p>
            <a:pPr/>
            <a:r>
              <a:t>后端承诺接口变更时同步更新文档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行动项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行动项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完成时间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建立需求变更确认流程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周敏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下个迭代开始前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接口文档纳入代码评审检查项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孙浩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 月 3 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站会严格控制在 15 分钟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全体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持续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
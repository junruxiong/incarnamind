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延迟问题已经和 ERP 厂商开会讨论，对方承诺下周二给出补丁。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智慧仓储系统项目周报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第 12 周（3 月 16 日—3 月 20 日）　项目组：孙浩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完成 A 区货架传感器安装，共 480 个点位</a:t>
            </a:r>
          </a:p>
          <a:p>
            <a:pPr/>
            <a:r>
              <a:t>WMS 与 ERP 接口联调通过 23 个用例中的 21 个</a:t>
            </a:r>
          </a:p>
          <a:p>
            <a:pPr/>
            <a:r>
              <a:t>完成首批 12 名仓管员的系统培训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里程碑状态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里程碑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计划日期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状态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硬件安装完成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 月 27 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按计划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系统联调完成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 月 3 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存在风险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试运行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 月 15 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未开始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ERP 接口两个用例失败：库存同步存在 5 分钟延迟</a:t>
            </a:r>
          </a:p>
          <a:p>
            <a:pPr/>
            <a:r>
              <a:t>B 区网络覆盖不足，需要增加 3 个无线接入点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完成 B 区传感器安装</a:t>
            </a:r>
          </a:p>
          <a:p>
            <a:pPr/>
            <a:r>
              <a:t>解决接口延迟问题并回归测试</a:t>
            </a:r>
          </a:p>
          <a:p>
            <a:pPr/>
            <a:r>
              <a:t>编写试运行方案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